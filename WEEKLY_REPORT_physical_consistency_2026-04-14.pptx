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E7490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本周工作目标与总体进展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490"/>
                </a:solidFill>
                <a:latin typeface="Microsoft YaHei"/>
              </a:rPr>
              <a:t>先把物理一致性训练与测试的基础系统搭起来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本周重点完成了测试流程、benchmark 流程、训练框架、验证框架和工程 debug。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当前已经形成一套可训练、可验证、可持续迭代的基础链路。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这周的核心目标不是追最终指标，而是先把系统真正跑通。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12080"/>
            <a:ext cx="10835640" cy="8229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4A6E"/>
                </a:solidFill>
                <a:latin typeface="Microsoft YaHei"/>
              </a:rPr>
              <a:t>阶段结论：系统已经从零散代码推进到可用框架。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Physical Consistency Weekly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E7490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测试与 Benchmark 搭建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490"/>
                </a:solidFill>
                <a:latin typeface="Microsoft YaHei"/>
              </a:rPr>
              <a:t>把训练、生成和评测之间的关系先理顺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我梳理了训练集、验证集和评测入口，明确了每一步数据流向。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我把生成结果到评测结果的基本流程打通，方便后续统一比较实验。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现在支持按 epoch 自动触发验证，训练和评测形成了基本闭环。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12080"/>
            <a:ext cx="10835640" cy="8229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4A6E"/>
                </a:solidFill>
                <a:latin typeface="Microsoft YaHei"/>
              </a:rPr>
              <a:t>阶段结论：后续改模型时，不再只看 loss，而是可以稳定接到生成和评测。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Physical Consistency Weekly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E7490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物理一致性训练框架搭建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490"/>
                </a:solidFill>
                <a:latin typeface="Microsoft YaHei"/>
              </a:rPr>
              <a:t>保留稳定主框架，只替换必要模块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我把 Stage1 + TRD dual student 的训练主流程真正串了起来。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我尽量保留原来已经稳定的框架，只在必要位置做替换，降低系统风险。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当前 teacher 已经从 VideoMAEv2 切换到官方 V-JEPA 2.1，并能接入训练主循环。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12080"/>
            <a:ext cx="10835640" cy="8229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4A6E"/>
                </a:solidFill>
                <a:latin typeface="Microsoft YaHei"/>
              </a:rPr>
              <a:t>阶段结论：训练主链路已经稳定可跑，teacher 替换也已落地。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Physical Consistency Weekly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E7490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关键 Debug 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490"/>
                </a:solidFill>
                <a:latin typeface="Microsoft YaHei"/>
              </a:rPr>
              <a:t>这周投入最多时间的部分是把关键工程问题逐个定位下来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我解决了 OOM、日志混乱、W&amp;B 图表异常、后台训练易中断等问题。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我解决了 nohup 和 SSH 断开导致训练被挂掉的问题，增强了后台启动稳定性。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我定位并修复了 epoch-end validation 挂起问题，根因是验证子进程错误继承了分布式环境。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12080"/>
            <a:ext cx="10835640" cy="8229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4A6E"/>
                </a:solidFill>
                <a:latin typeface="Microsoft YaHei"/>
              </a:rPr>
              <a:t>阶段结论：最影响实验连续性的工程问题已经基本清掉。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Physical Consistency Weekly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E7490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当前阶段结果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490"/>
                </a:solidFill>
                <a:latin typeface="Microsoft YaHei"/>
              </a:rPr>
              <a:t>先看链路是否闭环，再看后续指标是否可持续提升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训练已经可以稳定启动并持续运行，teacher 新旧切换也已经跑通。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每个 epoch 结束后都可以进入验证流程，训练、生成和评测已经基本接上。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当前最重要的结果，是我们已经有了一个能持续迭代的实验平台。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12080"/>
            <a:ext cx="10835640" cy="8229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4A6E"/>
                </a:solidFill>
                <a:latin typeface="Microsoft YaHei"/>
              </a:rPr>
              <a:t>阶段结论：现在已经具备“训练 - 生成 - 评测”的基础闭环。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Physical Consistency Weekly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E7490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Microsoft YaHei"/>
              </a:rPr>
              <a:t>下周计划与核心创新点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490"/>
                </a:solidFill>
                <a:latin typeface="Microsoft YaHei"/>
              </a:rPr>
              <a:t>在稳定框架上，开始更系统地做实验与总结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我会基于当前稳定框架，继续做更系统的对比实验。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重点分析 teacher 变化、物理一致性 loss 和不同设计选择分别带来的贡献。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YaHei"/>
              </a:rPr>
              <a:t>目标是把我们的核心创新点提炼得更清楚，不只是系统能跑，而是方法真正新在哪里、强在哪里。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12080"/>
            <a:ext cx="10835640" cy="8229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4A6E"/>
                </a:solidFill>
                <a:latin typeface="Microsoft YaHei"/>
              </a:rPr>
              <a:t>阶段结论：下周重点从“修系统”转向“提炼创新点”。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Physical Consistency Weekly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